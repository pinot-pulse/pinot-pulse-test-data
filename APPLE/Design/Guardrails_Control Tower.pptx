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0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4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1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9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4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9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4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5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7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B171-50E3-2D49-9067-C9D2D5BD95F7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33091" y="142672"/>
            <a:ext cx="2924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SCPs / Guardrails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498" y="1076528"/>
            <a:ext cx="53891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3185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Elective/Best Practice Security Controls/Guardrails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Creation of Access Keys for the Root User</a:t>
            </a:r>
            <a:endParaRPr lang="en-US" sz="54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Actions as a Root User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Encryption for Amazon EBS Volumes Attached to Amazon EC2 Instances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Internet Connection Through RDP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Internet Connection Through SSH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MFA for the Root User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Read Access to Amazon S3 Buckets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Write Access to Amazon S3 Buckets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EBS Volumes That Are Unattached to An Amazon EC2 Instance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EC2Instance Types That Are Not Amazon EBS Optimized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Access to Amazon RDS Database Instances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Access to Amazon RDS Database Snapshots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RDS Database Instances That Are Not Storage Encrypted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Cross-Region Replication for Amazon S3 Buckets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Delete Actions on Amazon S3 Buckets Without MFA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Access to IAM Users Without MFA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Console Access to IAM Users Without MFA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S3 Buckets That Are Not Versioning Enabled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6494" y="810639"/>
            <a:ext cx="5700408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i="1" dirty="0">
                <a:solidFill>
                  <a:srgbClr val="C050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Mandatory Default Security Controls/Guardrails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Encryption at Rest for Log Archive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Access Logging for Log Archive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CloudWatch Logs Log Groups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Deletion of AWS Config Aggregation Authorization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Deletion of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Policy Changes to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Read Access to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Write Access to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a Retention Policy for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Configuration Changes to CloudTrail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CloudTrail Events with CloudWatch Logs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CloudTrail in All Available Regions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Integrity Validation for CloudTrail Log File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CloudWatch Set Up by AWS Control Tower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AWS Config Aggregation Set Up by AWS Control Tower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Configuration Changes to AWS Config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AWS Config in All Available Regions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AWS Config Rules Set Up by AWS Control Tower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IAM Roles Set Up by AWS Control Tower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Lambda Functions Set Up by AWS Control Tower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Amazon SNS Set Up by AWS Control Tower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Amazon SNS Subscriptions Set Up by AWS Control Tower</a:t>
            </a:r>
            <a:endParaRPr lang="en-US" sz="54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3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340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Chiragh Q</dc:creator>
  <cp:lastModifiedBy>Microsoft Office User</cp:lastModifiedBy>
  <cp:revision>1</cp:revision>
  <dcterms:created xsi:type="dcterms:W3CDTF">2020-05-22T20:27:13Z</dcterms:created>
  <dcterms:modified xsi:type="dcterms:W3CDTF">2020-05-22T20:51:22Z</dcterms:modified>
</cp:coreProperties>
</file>